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562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490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IRO_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3657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3200400"/>
            <a:ext cx="5486400" cy="3657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  ·  PITCH DECK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kern="0" spc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intelligent education.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4297680"/>
            <a:ext cx="12801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Class 9–12 in India  ·  CBSE  ·  ICSE  ·  State boards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 ·   [DATE]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textbooks + tuitions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fix.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invisible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forgets at a different rate. Nobody tracks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365760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4251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style is ignored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7720" y="48463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Visual, reading, or interactive — schools teach all of them the same way.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365760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0" y="4251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 stay hidden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12480" y="48463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only discover them on the exam, when it’s too late to fix.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AI ecosystem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school students.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Academic Twin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7472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how YOU learn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301752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 Labs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05256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interactive 3D simulations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Solver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homework + doubt answers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79476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+ Memory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5256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learning memory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Quiz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tuned to your level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457200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Mode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525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5-minute challenge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00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Prediction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474720" y="4800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score forecast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534924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4800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tools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52560" y="4800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Auto-graders, lesson plans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612648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577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dashboard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474720" y="5577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Child’s progress at a glance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612648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5577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admin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052560" y="5577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Admissions, attendance, fees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LIVE DEMO  ·  KAIRO 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learning intelligence.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that watches how you study and adapts in real time.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11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/ 100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Pulse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32004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611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0" y="4343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learner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4754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modality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611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92240" y="4343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active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4754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consistent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32004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3611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326880" y="4343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exam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0" y="4754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  ·  +18% trend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this dashboard is computed from this student’s actual activity. No surveys. No setup.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model.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370332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opened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 reviewed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graded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viewed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301752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1C1C1C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0" y="370332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per topic — Ebbinghaus forgetting curve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style — visual / interactive / text / repetition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— volume × stagnation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exam score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forecast — when you’ll forget each topic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97880" y="42062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PRIVACY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lives 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device.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Netflix-downloads model. Behavioural data never leaves the device.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SERVERS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43434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· grades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365760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1C1C1C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BROWSER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0" y="43434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mastery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retention curve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recommendations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— "Wipe my Twin" — and every byte is gone.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KAIRO LABS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cinematic 3D simulations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touch and explore.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27432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 ·  Pendulum  ·  Projectile  ·  Circuits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3337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Structure  ·  Molecule Builder  ·  Reactions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3931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 ·  Heart  ·  DNA Helix  ·  Brain Anatomy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26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4526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System  ·  Saturn V Rocket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120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5120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Vectors  ·  Function Plotter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videos. Real 3D. Drag to rotate, click any part, slide controls to change parameters live.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AI SOLVER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doubt.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complete answer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under 8 seconds.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566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explanation, formatted for clarity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338328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3566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IMAGES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3977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+ Bing search, matched to the concept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937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MATCHING VIDEO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349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— auto-selected for the topic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475488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937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5349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OpenRouter + Groq models, no student fees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EMAIL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auth action triggers a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branded email.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15468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     —  "Welcome to [school]"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46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     —  "New sign-in detected"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created —  "Your school is live"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51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    —  "You’re in"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—  Secure 30-min token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to render perfectly in Gmail mobile, Outlook, Apple Mail.  ·  12–19 KB each.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SCHOOL-GRADE ADMIN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entire school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console.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15468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Bot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9184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chats with prospective parents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315468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logs + at-risk student detection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AI-generated, clash detection built 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93192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Reminders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69680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Per-school Gmail SMTP, scheduled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91840" y="4206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AI-drafted, role-targeted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70916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Dashboard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69680" y="4206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school health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983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Rules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91840" y="4983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Wi-Fi-based access control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5486400"/>
            <a:ext cx="539496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4983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69680" y="4983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 hosts unlimited schools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TEACHER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save hours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Teacher Assistant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plans + quizzes + flashcards in one click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91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Grader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3291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answer — structured feedback + grade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40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Grader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3840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class results, AI grades them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89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Paper Gen.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4389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exam papers from your syllabus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937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Message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937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 updates to parents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94360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486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Tracker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0" y="5486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Auto-flags at-risk students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PARENT MODE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dashboard.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SEE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406908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across every subject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trends + grades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on strengths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+ notifications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338328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0A0A0A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NEVER SEE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0" y="406908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✕"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content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✕"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✕"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content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✕"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details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keep their learning private. Parents stay informed.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scale.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ship.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2468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Vite  ·  Tailwind  ·  Framer Motion  ·  React Three Fiber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971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  ·  Vercel serverless (10s timeout)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474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(8 free models)  ·  Groq (3 models)  ·  Wikipedia fallback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3977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(schools, users, marks)  ·  NeDB (per-school data)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80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(Academic Twin lives here)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983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49834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+ Gmail SMTP  ·  branded templates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94360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486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5486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free tier  ·  zero per-student marginal cost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MOAT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competitors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easily copy.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15468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Twin engine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Ebbinghaus model + learning-style detection + burnout prediction, all client-side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cinematic 3D labs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GLB models compressed under 5 MB each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architecture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data never leaves the device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617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from day 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 hosts unlimited schools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89788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303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marginal cost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free + Vercel free + Gmail free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next.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2560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Twin engine  ·  15 labs  ·  AI Solver  ·  email  ·  admin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3200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Auto-track events from quiz / essay / lab pages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8404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Tutor  ·  Camera Study (scan textbook → doubt)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480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Mode leaderboards  ·  streaks  ·  achievements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120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5120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twin sync (opt-in)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760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5760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portal v2  ·  WhatsApp integration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845821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me get</a:t>
            </a:r>
            <a:endParaRPr lang="en-US" sz="5800" dirty="0"/>
          </a:p>
          <a:p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 to more</a:t>
            </a:r>
            <a:endParaRPr lang="en-US" sz="5800" dirty="0"/>
          </a:p>
          <a:p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 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548640" y="448056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SCHOOL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28162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15–50 students for a month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on hybrid local-first → cloud sync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064240" cy="0"/>
          </a:xfrm>
          <a:prstGeom prst="line">
            <a:avLst/>
          </a:prstGeom>
          <a:noFill/>
          <a:ln w="6350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principals  ·  EdTech investors in India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</a:t>
            </a:r>
            <a:r>
              <a:rPr lang="en-US" sz="1200" i="1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Dynamox</a:t>
            </a: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]    ·    [ </a:t>
            </a:r>
            <a:r>
              <a:rPr lang="en-US" sz="1200" i="1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</a:t>
            </a: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-daily-</a:t>
            </a:r>
            <a:r>
              <a:rPr lang="en-US" sz="1200" i="1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edu.vercel.app</a:t>
            </a: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]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C73599-34D3-CE1C-4A91-2203C20B8931}"/>
              </a:ext>
            </a:extLst>
          </p:cNvPr>
          <p:cNvSpPr txBox="1"/>
          <p:nvPr/>
        </p:nvSpPr>
        <p:spPr>
          <a:xfrm>
            <a:off x="6893859" y="1599758"/>
            <a:ext cx="75393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3494</TotalTime>
  <Words>1020</Words>
  <Application>Microsoft Office PowerPoint</Application>
  <PresentationFormat>Widescreen</PresentationFormat>
  <Paragraphs>241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Kairo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Kairo — Pitch Deck</dc:title>
  <dc:subject>The future of intelligent education</dc:subject>
  <dc:creator>Kairo</dc:creator>
  <cp:lastModifiedBy>Manivel Kasinathan</cp:lastModifiedBy>
  <cp:revision>2</cp:revision>
  <dcterms:created xsi:type="dcterms:W3CDTF">2026-05-12T17:56:14Z</dcterms:created>
  <dcterms:modified xsi:type="dcterms:W3CDTF">2026-05-15T04:39:28Z</dcterms:modified>
</cp:coreProperties>
</file>