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4978908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OPERATING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1000" dirty="0"/>
          </a:p>
        </p:txBody>
      </p:sp>
      <p:sp>
        <p:nvSpPr>
          <p:cNvPr id="9" name="Shape 7"/>
          <p:cNvSpPr/>
          <p:nvPr/>
        </p:nvSpPr>
        <p:spPr>
          <a:xfrm>
            <a:off x="3931920" y="3520440"/>
            <a:ext cx="1280160" cy="54864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India's next generation of students.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Darshan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4978908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students are drowning.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2560320" cy="1371600"/>
          </a:xfrm>
          <a:prstGeom prst="rect">
            <a:avLst/>
          </a:prstGeom>
          <a:solidFill>
            <a:srgbClr val="2A3760">
              <a:alpha val="40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1.4M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aspirants every year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697480"/>
            <a:ext cx="2560320" cy="1371600"/>
          </a:xfrm>
          <a:prstGeom prst="rect">
            <a:avLst/>
          </a:prstGeom>
          <a:solidFill>
            <a:srgbClr val="2A3760">
              <a:alpha val="40000"/>
            </a:srgbClr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2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29184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across 12 grades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2697480"/>
            <a:ext cx="2560320" cy="1371600"/>
          </a:xfrm>
          <a:prstGeom prst="rect">
            <a:avLst/>
          </a:prstGeom>
          <a:solidFill>
            <a:srgbClr val="2A3760">
              <a:alpha val="40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3504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of a top tutor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tutors are unaffordable. Apps push generic content. Nobody is adapting to the way YOU learn.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4978908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25+ AI tools. Built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how you actually study.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2606040" cy="868680"/>
          </a:xfrm>
          <a:prstGeom prst="rect">
            <a:avLst/>
          </a:prstGeom>
          <a:solidFill>
            <a:srgbClr val="2A3760">
              <a:alpha val="30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71800"/>
            <a:ext cx="64008" cy="868680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55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question, get a step-by-step answer + concept map.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971800"/>
            <a:ext cx="2606040" cy="868680"/>
          </a:xfrm>
          <a:prstGeom prst="rect">
            <a:avLst/>
          </a:prstGeom>
          <a:solidFill>
            <a:srgbClr val="2A3760">
              <a:alpha val="30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2971800"/>
            <a:ext cx="64008" cy="868680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Planner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355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JEE/NEET/Boards-aware AI plans for your exam date.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971800"/>
            <a:ext cx="2606040" cy="868680"/>
          </a:xfrm>
          <a:prstGeom prst="rect">
            <a:avLst/>
          </a:prstGeom>
          <a:solidFill>
            <a:srgbClr val="2A3760">
              <a:alpha val="30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2971800"/>
            <a:ext cx="64008" cy="868680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SRS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3355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Spaced-repetition deck that adapts to your weak areas.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2606040" cy="868680"/>
          </a:xfrm>
          <a:prstGeom prst="rect">
            <a:avLst/>
          </a:prstGeom>
          <a:solidFill>
            <a:srgbClr val="2A3760">
              <a:alpha val="30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31920"/>
            <a:ext cx="64008" cy="868680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05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315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how chapters connect across the syllabus.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931920"/>
            <a:ext cx="2606040" cy="868680"/>
          </a:xfrm>
          <a:prstGeom prst="rect">
            <a:avLst/>
          </a:prstGeom>
          <a:solidFill>
            <a:srgbClr val="2A3760">
              <a:alpha val="30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931920"/>
            <a:ext cx="64008" cy="868680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4005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Brain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4315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wrong answer and re-tests until you nail it.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3931920"/>
            <a:ext cx="2606040" cy="868680"/>
          </a:xfrm>
          <a:prstGeom prst="rect">
            <a:avLst/>
          </a:prstGeom>
          <a:solidFill>
            <a:srgbClr val="2A3760">
              <a:alpha val="30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3931920"/>
            <a:ext cx="64008" cy="868680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4005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Tutor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26480" y="4315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through doubts hands-free, in English or Hindi.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4978908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FLAGSHIP — SOLVER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problem.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answer + the why.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2103120"/>
          </a:xfrm>
          <a:prstGeom prst="rect">
            <a:avLst/>
          </a:prstGeom>
          <a:solidFill>
            <a:srgbClr val="14182B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the limit of (sin x)/x as x → 0"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3657600" cy="1828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· CONCEPT MAP · 3 PYQs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Apply L'Hôpital's rule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Differentiate top + bottom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Limit =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reads any handwritten or printed problem.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AI race (Groq + OpenRouter) picks the best answer.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comes with a concept map + 3 similar PYQs.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answers go to Mistake Brain for spaced review.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English, Hindi, and Tamil.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4978908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FLAGSHIP — EXAM PLANNER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exam.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personalised plan.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exam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Main, NEET, CBSE 10/12, ICSE — syllabus baked 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411480" cy="411480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date + hours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4472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how many days + hours/day you can study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411480" cy="411480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041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priorities, weekly schedule, milestones, mock tests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411480" cy="411480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434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weekly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6360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your mock score → AI re-weights remaining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606040"/>
            <a:ext cx="3749040" cy="2331720"/>
          </a:xfrm>
          <a:prstGeom prst="rect">
            <a:avLst/>
          </a:prstGeom>
          <a:solidFill>
            <a:srgbClr val="14182B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MECHANICS FOUNDATION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3136392"/>
            <a:ext cx="45720" cy="182880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07:00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Mechanics · concept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3502152"/>
            <a:ext cx="45720" cy="182880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16:00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 PYQs · 8 problems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3867912"/>
            <a:ext cx="45720" cy="182880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19:30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Geometry · revision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0" y="4233672"/>
            <a:ext cx="45720" cy="182880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07:00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Reactions · concept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4599432"/>
            <a:ext cx="45720" cy="182880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10:00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4526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Mock Test · 3 hours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4978908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tool. One login.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2011680" cy="2560320"/>
          </a:xfrm>
          <a:prstGeom prst="rect">
            <a:avLst/>
          </a:prstGeom>
          <a:solidFill>
            <a:srgbClr val="2A3760">
              <a:alpha val="35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40280"/>
            <a:ext cx="2011680" cy="73152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4231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752344"/>
            <a:ext cx="365760" cy="18288"/>
          </a:xfrm>
          <a:prstGeom prst="rect">
            <a:avLst/>
          </a:prstGeom>
          <a:solidFill>
            <a:srgbClr val="66D9FF">
              <a:alpha val="60000"/>
            </a:srgbClr>
          </a:solidFill>
          <a:ln w="12700">
            <a:solidFill>
              <a:srgbClr val="66D9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9864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326440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63016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399592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436168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Sheet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8880" y="2240280"/>
            <a:ext cx="2011680" cy="2560320"/>
          </a:xfrm>
          <a:prstGeom prst="rect">
            <a:avLst/>
          </a:prstGeom>
          <a:solidFill>
            <a:srgbClr val="2A3760">
              <a:alpha val="35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240280"/>
            <a:ext cx="2011680" cy="7315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24231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78608" y="2752344"/>
            <a:ext cx="365760" cy="18288"/>
          </a:xfrm>
          <a:prstGeom prst="rect">
            <a:avLst/>
          </a:prstGeom>
          <a:solidFill>
            <a:srgbClr val="4F7CFF">
              <a:alpha val="60000"/>
            </a:srgbClr>
          </a:solidFill>
          <a:ln w="12700">
            <a:solidFill>
              <a:srgbClr val="4F7CFF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78608" y="289864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Planner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78608" y="326440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78608" y="363016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78608" y="399592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78608" y="436168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2240280"/>
            <a:ext cx="2011680" cy="2560320"/>
          </a:xfrm>
          <a:prstGeom prst="rect">
            <a:avLst/>
          </a:prstGeom>
          <a:solidFill>
            <a:srgbClr val="2A3760">
              <a:alpha val="35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240280"/>
            <a:ext cx="2011680" cy="73152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4231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73168" y="2752344"/>
            <a:ext cx="365760" cy="18288"/>
          </a:xfrm>
          <a:prstGeom prst="rect">
            <a:avLst/>
          </a:prstGeom>
          <a:solidFill>
            <a:srgbClr val="66D9FF">
              <a:alpha val="60000"/>
            </a:srgbClr>
          </a:solidFill>
          <a:ln w="12700">
            <a:solidFill>
              <a:srgbClr val="66D9FF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89864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73168" y="326440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73168" y="363016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Brain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73168" y="399592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Mode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73168" y="436168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58000" y="2240280"/>
            <a:ext cx="2011680" cy="2560320"/>
          </a:xfrm>
          <a:prstGeom prst="rect">
            <a:avLst/>
          </a:prstGeom>
          <a:solidFill>
            <a:srgbClr val="2A3760">
              <a:alpha val="35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2240280"/>
            <a:ext cx="2011680" cy="7315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67728" y="24231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67728" y="2752344"/>
            <a:ext cx="365760" cy="18288"/>
          </a:xfrm>
          <a:prstGeom prst="rect">
            <a:avLst/>
          </a:prstGeom>
          <a:solidFill>
            <a:srgbClr val="4F7CFF">
              <a:alpha val="60000"/>
            </a:srgbClr>
          </a:solidFill>
          <a:ln w="12700">
            <a:solidFill>
              <a:srgbClr val="4F7CFF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289864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Study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67728" y="326440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Tutor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67728" y="363016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Tools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67728" y="399592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Grader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67728" y="436168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Map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Pomodoro, Memory Brain, Gamification, Camera Study, Parent Dashboard…   +25 more shipped.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4978908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WHY KAIRO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different.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2651760" cy="2103120"/>
          </a:xfrm>
          <a:prstGeom prst="rect">
            <a:avLst/>
          </a:prstGeom>
          <a:solidFill>
            <a:srgbClr val="2A3760">
              <a:alpha val="35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97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-2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54864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LLM tier, free hosting, free database. We never pass an AI bill to the student.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606040"/>
            <a:ext cx="2651760" cy="2103120"/>
          </a:xfrm>
          <a:prstGeom prst="rect">
            <a:avLst/>
          </a:prstGeom>
          <a:solidFill>
            <a:srgbClr val="2A3760">
              <a:alpha val="35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697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-2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3383280" y="3566160"/>
            <a:ext cx="54864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+ School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 works for a 9th-grader at home and a private-school admin running classes.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2606040"/>
            <a:ext cx="2651760" cy="2103120"/>
          </a:xfrm>
          <a:prstGeom prst="rect">
            <a:avLst/>
          </a:prstGeom>
          <a:solidFill>
            <a:srgbClr val="2A3760">
              <a:alpha val="35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697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-2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5400" dirty="0"/>
          </a:p>
        </p:txBody>
      </p:sp>
      <p:sp>
        <p:nvSpPr>
          <p:cNvPr id="21" name="Shape 19"/>
          <p:cNvSpPr/>
          <p:nvPr/>
        </p:nvSpPr>
        <p:spPr>
          <a:xfrm>
            <a:off x="6126480" y="3566160"/>
            <a:ext cx="54864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India-first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80760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&amp; Tamil tutoring. NEET / JEE / Boards syllabi baked in. Indian fee + UPI flows.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4978908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UNDER THE HOOD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stack. Zero infrastructure cost.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475488"/>
          </a:xfrm>
          <a:prstGeom prst="rect">
            <a:avLst/>
          </a:prstGeom>
          <a:solidFill>
            <a:srgbClr val="2A3760">
              <a:alpha val="35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1920240" cy="47548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60604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TypeScript · Framer Motion · Tailwind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8229600" cy="475488"/>
          </a:xfrm>
          <a:prstGeom prst="rect">
            <a:avLst/>
          </a:prstGeom>
          <a:solidFill>
            <a:srgbClr val="2A3760">
              <a:alpha val="35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72968"/>
            <a:ext cx="1920240" cy="47548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72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317296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on Vercel · 40+ REST endpoints · serverless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39896"/>
            <a:ext cx="8229600" cy="475488"/>
          </a:xfrm>
          <a:prstGeom prst="rect">
            <a:avLst/>
          </a:prstGeom>
          <a:solidFill>
            <a:srgbClr val="2A3760">
              <a:alpha val="35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39896"/>
            <a:ext cx="1920240" cy="47548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398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739896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Auth · NeDB local cache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06824"/>
            <a:ext cx="8229600" cy="475488"/>
          </a:xfrm>
          <a:prstGeom prst="rect">
            <a:avLst/>
          </a:prstGeom>
          <a:solidFill>
            <a:srgbClr val="2A3760">
              <a:alpha val="35000"/>
            </a:srgbClr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06824"/>
            <a:ext cx="1920240" cy="47548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068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430682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(10-key pool) + OpenRouter race · sub-second answers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the free tier of every service we use. The cost to serve one student per month: $0.00.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4978908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TRACTION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already shipped.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920240" cy="1645920"/>
          </a:xfrm>
          <a:prstGeom prst="rect">
            <a:avLst/>
          </a:prstGeom>
          <a:solidFill>
            <a:srgbClr val="0A0A0A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pages live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37460" y="2651760"/>
            <a:ext cx="1920240" cy="1645920"/>
          </a:xfrm>
          <a:prstGeom prst="rect">
            <a:avLst/>
          </a:prstGeom>
          <a:solidFill>
            <a:srgbClr val="0A0A0A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8900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262890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serving them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651760"/>
            <a:ext cx="1920240" cy="1645920"/>
          </a:xfrm>
          <a:prstGeom prst="rect">
            <a:avLst/>
          </a:prstGeom>
          <a:solidFill>
            <a:srgbClr val="0A0A0A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470916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racing per request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97980" y="2651760"/>
            <a:ext cx="1920240" cy="1645920"/>
          </a:xfrm>
          <a:prstGeom prst="rect">
            <a:avLst/>
          </a:prstGeom>
          <a:solidFill>
            <a:srgbClr val="0A0A0A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9420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678942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no team (yet)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at: kairo-daily-edu.vercel.app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4978908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ROADMAP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Kairo is going next.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7680960" cy="274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291840"/>
            <a:ext cx="210312" cy="210312"/>
          </a:xfrm>
          <a:prstGeom prst="ellipse">
            <a:avLst/>
          </a:prstGeom>
          <a:solidFill>
            <a:srgbClr val="66D9FF"/>
          </a:solidFill>
          <a:ln w="25400">
            <a:solidFill>
              <a:srgbClr val="66D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-4572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+ Android wrapper for the dashboard.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3291840"/>
            <a:ext cx="210312" cy="210312"/>
          </a:xfrm>
          <a:prstGeom prst="ellipse">
            <a:avLst/>
          </a:prstGeom>
          <a:solidFill>
            <a:srgbClr val="66D9FF"/>
          </a:solidFill>
          <a:ln w="25400">
            <a:solidFill>
              <a:srgbClr val="66D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Rooms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multiplayer rooms — study with friends live.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3291840"/>
            <a:ext cx="210312" cy="210312"/>
          </a:xfrm>
          <a:prstGeom prst="ellipse">
            <a:avLst/>
          </a:prstGeom>
          <a:solidFill>
            <a:srgbClr val="66D9FF"/>
          </a:solidFill>
          <a:ln w="25400">
            <a:solidFill>
              <a:srgbClr val="66D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reports + nudges for parents.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321040" y="3291840"/>
            <a:ext cx="210312" cy="210312"/>
          </a:xfrm>
          <a:prstGeom prst="ellipse">
            <a:avLst/>
          </a:prstGeom>
          <a:solidFill>
            <a:srgbClr val="66D9FF"/>
          </a:solidFill>
          <a:ln w="25400">
            <a:solidFill>
              <a:srgbClr val="66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Districts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3524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licensing for 50+ private schools across India.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4978908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TEAM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Darshan.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years old. Chennai, India.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designer, and the entire engineering team — so far.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2606040"/>
            <a:ext cx="155448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26791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-1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Kairo nights + weekends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178040" y="2606040"/>
            <a:ext cx="155448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26791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-1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2376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TypeScript shipped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0" y="3657600"/>
            <a:ext cx="155448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37307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-1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infrastructure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78040" y="3657600"/>
            <a:ext cx="155448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37307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-1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2376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commits to main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4937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43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built Kairo because no one was building it for kids like me."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4978908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THE 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put Kairo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Indian student's pocket.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463040" cy="6400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pre-seed to hire 2 engineers + run paid ads in Tier-2 cities.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566160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3657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Kairo with one class for free. ₹50/student/month after if you stay.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566160"/>
            <a:ext cx="36576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3657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contributors welcome. React, Express, Three.js, Supabase.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kairo-daily-edu.vercel.app   ·   sathyamoorthi.k@businesscoresolutions.com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Kairo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 — Your AI Learning Operating System</dc:title>
  <dc:subject>PptxGenJS Presentation</dc:subject>
  <dc:creator>Darshan</dc:creator>
  <cp:lastModifiedBy>Darshan</cp:lastModifiedBy>
  <cp:revision>1</cp:revision>
  <dcterms:created xsi:type="dcterms:W3CDTF">2026-05-28T03:43:01Z</dcterms:created>
  <dcterms:modified xsi:type="dcterms:W3CDTF">2026-05-28T03:43:01Z</dcterms:modified>
</cp:coreProperties>
</file>