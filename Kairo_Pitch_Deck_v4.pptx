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OPERATING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spc="-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4114800" y="3611880"/>
            <a:ext cx="914400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companion built for India's next generation.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DARSHAN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students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drowning.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7889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aspirants every year. One out of every ten gets 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13716"/>
          </a:xfrm>
          <a:prstGeom prst="rect">
            <a:avLst/>
          </a:prstGeom>
          <a:solidFill>
            <a:srgbClr val="14182B"/>
          </a:solidFill>
          <a:ln w="12700">
            <a:solidFill>
              <a:srgbClr val="14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472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0" y="34472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across 12 grades. No one teaches them how to plan.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87368"/>
            <a:ext cx="8229600" cy="13716"/>
          </a:xfrm>
          <a:prstGeom prst="rect">
            <a:avLst/>
          </a:prstGeom>
          <a:solidFill>
            <a:srgbClr val="14182B"/>
          </a:solidFill>
          <a:ln w="12700">
            <a:solidFill>
              <a:srgbClr val="1418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05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743200" y="410565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of a top tutor — out of reach for 90% of families.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
</a:t>
            </a:r>
            <a:pPr indent="0" marL="0">
              <a:lnSpc>
                <a:spcPct val="100000"/>
              </a:lnSpc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study tool.
</a:t>
            </a:r>
            <a:pPr indent="0" marL="0">
              <a:lnSpc>
                <a:spcPct val="100000"/>
              </a:lnSpc>
              <a:buNone/>
            </a:pPr>
            <a:r>
              <a:rPr lang="en-US" sz="58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India.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-964692" y="40690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964692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8620" y="4069080"/>
            <a:ext cx="1883664" cy="457200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" y="4069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Planner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36876" y="40690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6876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47388" y="406908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7388" y="40690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6772" y="406908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6772" y="406908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Brain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43900" y="406908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3900" y="40690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Tutor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Snap. Solve. Understand.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74720" cy="2651760"/>
          </a:xfrm>
          <a:prstGeom prst="roundRect">
            <a:avLst>
              <a:gd name="adj" fmla="val 6207"/>
            </a:avLst>
          </a:prstGeom>
          <a:solidFill>
            <a:srgbClr val="0A0F1F"/>
          </a:solidFill>
          <a:ln w="25400">
            <a:solidFill>
              <a:srgbClr val="4F7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77440"/>
            <a:ext cx="3200400" cy="45720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limit of (sin x) / x  as  x → 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3108960" cy="13716"/>
          </a:xfrm>
          <a:prstGeom prst="rect">
            <a:avLst/>
          </a:prstGeom>
          <a:solidFill>
            <a:srgbClr val="4F7CFF">
              <a:alpha val="40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Apply L'Hôpital — top and bottom go to 0.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39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Differentiate:  d/dx[sin x] / d/dx[x] = cos x / 1.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Limit = cos 0 = 1.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CONCEPT MAP   ▸ 3 SIMILAR PYQs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2240280"/>
            <a:ext cx="54864" cy="77724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240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question, any format.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5877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it, paste a screenshot, snap with your camera. OCR reads handwriting.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3200400"/>
            <a:ext cx="54864" cy="77724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00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models race per click.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547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OpenRouter run in parallel. Whichever returns the cleanest answer wins.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4160520"/>
            <a:ext cx="54864" cy="77724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1605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answer? It learns.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4507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auto-files into Memory Brain and re-tests you a day later.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EXAM PLANNER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exam.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personal plan.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502152"/>
            <a:ext cx="320040" cy="36576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exam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Main, NEET, CBSE 10/12, ICSE.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is already loaded.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7752" y="2788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587752" y="3502152"/>
            <a:ext cx="320040" cy="36576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87752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your exam date + study hours per day.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8304" y="2788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718304" y="3502152"/>
            <a:ext cx="320040" cy="36576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priorities, weekly schedule, mock tests, milestones.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48856" y="2788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6848856" y="3502152"/>
            <a:ext cx="320040" cy="36576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weekly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48856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mock score → AI re-weights the remaining weeks.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tool. One login.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2743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2706624"/>
            <a:ext cx="20116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907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236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224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706624"/>
            <a:ext cx="20116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907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Planner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236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4224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06624"/>
            <a:ext cx="20116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907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236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Brain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Mode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224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706624"/>
            <a:ext cx="20116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07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Study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3236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Tutor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Tools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Grader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4224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Brain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Pomodoro, Gamification, Performance Predictor, Parent Dashboard, Knowledge Map…   25+ shipped.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WHY KAIRO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different.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880360" y="2240280"/>
            <a:ext cx="36576" cy="566928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210312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cost means students pay zero. The first 10,000 users are on the house — and the next 10,000 too.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2880360" y="3081528"/>
            <a:ext cx="36576" cy="566928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944368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Kairo works for a 9th-grader at home AND a private-school admin running classes. One product, two playbooks.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8561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2880360" y="3922776"/>
            <a:ext cx="36576" cy="566928"/>
          </a:xfrm>
          <a:prstGeom prst="rect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785616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Bengali tutoring built in. JEE / NEET / CBSE / ICSE syllabi pre-loaded. UPI payments. We get the local context.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stack. Zero infra cost.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280160" cy="5669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2148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10-key pool + OpenRouter race · sub-second answers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2702052"/>
            <a:ext cx="6766560" cy="10973"/>
          </a:xfrm>
          <a:prstGeom prst="rect">
            <a:avLst/>
          </a:prstGeom>
          <a:solidFill>
            <a:srgbClr val="14182B"/>
          </a:solidFill>
          <a:ln w="12700">
            <a:solidFill>
              <a:srgbClr val="1418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1280160" cy="5669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27889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Auth · NeDB local cache · Electron SQLite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74520" y="3342132"/>
            <a:ext cx="6766560" cy="10973"/>
          </a:xfrm>
          <a:prstGeom prst="rect">
            <a:avLst/>
          </a:prstGeom>
          <a:solidFill>
            <a:srgbClr val="14182B"/>
          </a:solidFill>
          <a:ln w="12700">
            <a:solidFill>
              <a:srgbClr val="1418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429000"/>
            <a:ext cx="1280160" cy="5669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34290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on Vercel · 40+ REST endpoints · serverless functions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74520" y="3982212"/>
            <a:ext cx="6766560" cy="10973"/>
          </a:xfrm>
          <a:prstGeom prst="rect">
            <a:avLst/>
          </a:prstGeom>
          <a:solidFill>
            <a:srgbClr val="14182B"/>
          </a:solidFill>
          <a:ln w="12700">
            <a:solidFill>
              <a:srgbClr val="1418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69080"/>
            <a:ext cx="1280160" cy="5669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40690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 · Framer Motion · TailwindCSS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74520" y="4622292"/>
            <a:ext cx="6766560" cy="10973"/>
          </a:xfrm>
          <a:prstGeom prst="rect">
            <a:avLst/>
          </a:prstGeom>
          <a:solidFill>
            <a:srgbClr val="14182B"/>
          </a:solidFill>
          <a:ln w="12700">
            <a:solidFill>
              <a:srgbClr val="14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spc="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serve one student per month: $0.00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spc="-8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 shipped, live in production.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racing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2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0350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cloud infra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WHAT'S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Kairo is going.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786384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3145536"/>
            <a:ext cx="329184" cy="329184"/>
          </a:xfrm>
          <a:prstGeom prst="ellipse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+ Android wrapper.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3145536"/>
            <a:ext cx="329184" cy="329184"/>
          </a:xfrm>
          <a:prstGeom prst="ellipse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Rooms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multiplayer rooms — study with friends.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96128" y="3145536"/>
            <a:ext cx="329184" cy="329184"/>
          </a:xfrm>
          <a:prstGeom prst="ellipse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+ smart nudges.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3568" y="3145536"/>
            <a:ext cx="329184" cy="329184"/>
          </a:xfrm>
          <a:prstGeom prst="ellipse">
            <a:avLst/>
          </a:prstGeom>
          <a:solidFill>
            <a:srgbClr val="66D9FF"/>
          </a:solidFill>
          <a:ln w="12700">
            <a:solidFill>
              <a:srgbClr val="66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Districts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licensing for 50+ private schools.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FOUNDER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474720" cy="3474720"/>
          </a:xfrm>
          <a:prstGeom prst="rect">
            <a:avLst/>
          </a:prstGeom>
          <a:solidFill>
            <a:srgbClr val="0A0F1F"/>
          </a:solidFill>
          <a:ln w="254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spc="-8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43484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4348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Chennai · Founder + Engineer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286000"/>
            <a:ext cx="731520" cy="4572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started Kairo because no one was building this for kids like me. One year, 25,000 lines of TypeScript, and zero dollars later — here it 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4498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nights + weekends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89320" y="4498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shipped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43800" y="4498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main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put
</a:t>
            </a:r>
            <a:pPr indent="0" marL="0">
              <a:lnSpc>
                <a:spcPct val="105000"/>
              </a:lnSpc>
              <a:buNone/>
            </a:pPr>
            <a:r>
              <a:rPr lang="en-US" sz="5600" b="1" spc="-2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
</a:t>
            </a:r>
            <a:pPr indent="0" marL="0">
              <a:lnSpc>
                <a:spcPct val="105000"/>
              </a:lnSpc>
              <a:buNone/>
            </a:pPr>
            <a:r>
              <a:rPr lang="en-US" sz="5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Indian student's pocket.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8862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8620" y="4023360"/>
            <a:ext cx="4114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" y="4114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pre-seed → 2 engineers + paid ads in Tier-2 cities.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6898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4023360"/>
            <a:ext cx="4114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8980" y="4114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Kairo free for one class. ₹50/student/month if you stay.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93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6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9340" y="4023360"/>
            <a:ext cx="41148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9340" y="4114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contributors welcome. React, Express, Supabase.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kairo-daily-edu.vercel.app   ·   sathyamoorthi.k@businesscoresolutions.com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</dc:title>
  <dc:subject>PptxGenJS Presentation</dc:subject>
  <dc:creator>Darshan</dc:creator>
  <cp:lastModifiedBy>Darshan</cp:lastModifiedBy>
  <cp:revision>1</cp:revision>
  <dcterms:created xsi:type="dcterms:W3CDTF">2026-05-28T06:52:57Z</dcterms:created>
  <dcterms:modified xsi:type="dcterms:W3CDTF">2026-05-28T06:52:57Z</dcterms:modified>
</cp:coreProperties>
</file>